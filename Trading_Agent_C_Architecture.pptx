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463040"/>
            <a:ext cx="9418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TRADING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06040"/>
            <a:ext cx="9418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59E0B"/>
                </a:solidFill>
              </a:rPr>
              <a:t>Strategy C — Agentic 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33756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6 agents  ·  Haiku + Sonnet  ·  Learning Agent  ·  Full trace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63640"/>
            <a:ext cx="9418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Phase 0 (Simulation)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Why Strategy C — The Inversion of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5577840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l"/>
            <a:r>
              <a:rPr sz="1400" b="1">
                <a:solidFill>
                  <a:srgbClr val="94A3B8"/>
                </a:solidFill>
              </a:rPr>
              <a:t>Strategy A / B  (pipeline approach)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Python orchestrator pre-packages all data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One Claude call receives a pre-built context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Claude outputs a trade list and exits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No tool use — Claude has no agency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No agent-to-agent communication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Static config — updated only by humans</a:t>
            </a:r>
          </a:p>
          <a:p>
            <a:pPr algn="l"/>
            <a:r>
              <a:rPr sz="1300" b="0">
                <a:solidFill>
                  <a:srgbClr val="94A3B8"/>
                </a:solidFill>
              </a:rPr>
              <a:t>  ·  Minimal trace logging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667512"/>
            <a:ext cx="5577840" cy="576072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l"/>
            <a:r>
              <a:rPr sz="1400" b="1">
                <a:solidFill>
                  <a:srgbClr val="F59E0B"/>
                </a:solidFill>
              </a:rPr>
              <a:t>Strategy C  (agentic approach)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Claude agents decide what to look up via tools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6 specialized agents, each with a minimal tool set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Orchestrator coordinates the loop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Research Agent runs per-ticker in parallel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Risk Agent validates each proposal individually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Learning Agent tunes params nightly from outcomes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  ·  Full trace logging to c_traces from day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Six-Agent Roster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67512"/>
            <a:ext cx="1920240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1">
                <a:solidFill>
                  <a:srgbClr val="3B82F6"/>
                </a:solidFill>
              </a:rPr>
              <a:t>Market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0279" y="667512"/>
            <a:ext cx="10058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Haiku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39" y="667512"/>
            <a:ext cx="10972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667512"/>
            <a:ext cx="393192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100" b="0">
                <a:solidFill>
                  <a:srgbClr val="CBD5E1"/>
                </a:solidFill>
              </a:rPr>
              <a:t>GO/CAUTION/SKIP, session params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667512"/>
            <a:ext cx="1371600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3B82F6"/>
                </a:solidFill>
              </a:rPr>
              <a:t>6 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62456"/>
            <a:ext cx="1920240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1">
                <a:solidFill>
                  <a:srgbClr val="3B82F6"/>
                </a:solidFill>
              </a:rPr>
              <a:t>News Analyst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79" y="1362456"/>
            <a:ext cx="10058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Haiku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39" y="1362456"/>
            <a:ext cx="10972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TypeScript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362456"/>
            <a:ext cx="393192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100" b="0">
                <a:solidFill>
                  <a:srgbClr val="CBD5E1"/>
                </a:solidFill>
              </a:rPr>
              <a:t>Per-candidate news (Phase 0: stubbed)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362456"/>
            <a:ext cx="1371600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3B82F6"/>
                </a:solidFill>
              </a:rPr>
              <a:t>2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57400"/>
            <a:ext cx="1920240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1">
                <a:solidFill>
                  <a:srgbClr val="3B82F6"/>
                </a:solidFill>
              </a:rPr>
              <a:t>Research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79" y="2057400"/>
            <a:ext cx="10058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Haiku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39" y="2057400"/>
            <a:ext cx="10972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Python ×N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057400"/>
            <a:ext cx="393192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100" b="0">
                <a:solidFill>
                  <a:srgbClr val="CBD5E1"/>
                </a:solidFill>
              </a:rPr>
              <a:t>Per-ticker conviction score (parallel)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057400"/>
            <a:ext cx="1371600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3B82F6"/>
                </a:solidFill>
              </a:rPr>
              <a:t>4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52344"/>
            <a:ext cx="1920240" cy="658368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1">
                <a:solidFill>
                  <a:srgbClr val="EF4444"/>
                </a:solidFill>
              </a:rPr>
              <a:t>Risk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2752344"/>
            <a:ext cx="10058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Haiku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39" y="2752344"/>
            <a:ext cx="10972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752344"/>
            <a:ext cx="393192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100" b="0">
                <a:solidFill>
                  <a:srgbClr val="CBD5E1"/>
                </a:solidFill>
              </a:rPr>
              <a:t>Validates each trade proposal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2752344"/>
            <a:ext cx="1371600" cy="658368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EF4444"/>
                </a:solidFill>
              </a:rPr>
              <a:t>4 tools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47287"/>
            <a:ext cx="1920240" cy="658368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1">
                <a:solidFill>
                  <a:srgbClr val="F59E0B"/>
                </a:solidFill>
              </a:rPr>
              <a:t>Orchestrator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0279" y="3447287"/>
            <a:ext cx="10058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Sonnet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39" y="3447287"/>
            <a:ext cx="10972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3447287"/>
            <a:ext cx="393192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100" b="0">
                <a:solidFill>
                  <a:srgbClr val="CBD5E1"/>
                </a:solidFill>
              </a:rPr>
              <a:t>Coordinates loop, final decisions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3447287"/>
            <a:ext cx="1371600" cy="658368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F59E0B"/>
                </a:solidFill>
              </a:rPr>
              <a:t>5 tools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42231"/>
            <a:ext cx="1920240" cy="658368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1">
                <a:solidFill>
                  <a:srgbClr val="F59E0B"/>
                </a:solidFill>
              </a:rPr>
              <a:t>Learning Agent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40279" y="4142231"/>
            <a:ext cx="100584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Sonnet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91839" y="4142231"/>
            <a:ext cx="109728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4142231"/>
            <a:ext cx="3931920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100" b="0">
                <a:solidFill>
                  <a:srgbClr val="CBD5E1"/>
                </a:solidFill>
              </a:rPr>
              <a:t>EOD: adjusts strategy params nightly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4142231"/>
            <a:ext cx="1371600" cy="658368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73152" wrap="square"/>
          <a:lstStyle/>
          <a:p>
            <a:pPr algn="l"/>
            <a:r>
              <a:rPr sz="1200" b="0">
                <a:solidFill>
                  <a:srgbClr val="F59E0B"/>
                </a:solidFill>
              </a:rPr>
              <a:t>7 tools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530352"/>
            <a:ext cx="1920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40279" y="530352"/>
            <a:ext cx="10058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39" y="530352"/>
            <a:ext cx="1097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Language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530352"/>
            <a:ext cx="3931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Role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30352"/>
            <a:ext cx="1371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Tools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Three Daily Sessions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2560320"/>
            <a:ext cx="3636264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Premarket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7:15 AM ET
Market → News → Research (parallel)
→ Orchestrator → Risk →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7160" y="32461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6344" y="2560320"/>
            <a:ext cx="3636264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Intraday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Every 15 min, 9:15 AM – 3:50 PM
Sync positions, check exits
Optional new entries if enabled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6032" y="32461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5215" y="2560320"/>
            <a:ext cx="3636264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End of Day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3:55 PM ET
Force-close → reconcile
Performance → Learning Agent → alert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Separate Alpaca paper account  ·  Separate Supabase project  ·  c_ prefix on all 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Premarket — Multi-Agent Loop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828800"/>
            <a:ext cx="2064715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300" b="1">
                <a:solidFill>
                  <a:srgbClr val="3B82F6"/>
                </a:solidFill>
              </a:rPr>
              <a:t>Market Agent
(Haiku)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6 tool calls
GO/CAUTION/SKIP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5611" y="2514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4795" y="1828800"/>
            <a:ext cx="2064715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300" b="1">
                <a:solidFill>
                  <a:srgbClr val="3B82F6"/>
                </a:solidFill>
              </a:rPr>
              <a:t>Scanner
(Python)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430+ tickers
candidates[]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2934" y="2514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5062118" y="1828800"/>
            <a:ext cx="2064715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300" b="1">
                <a:solidFill>
                  <a:srgbClr val="3B82F6"/>
                </a:solidFill>
              </a:rPr>
              <a:t>Research Agent
(Haiku ×N)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parallel per ticker
conviction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0257" y="2514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7419441" y="1828800"/>
            <a:ext cx="2064715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300" b="1">
                <a:solidFill>
                  <a:srgbClr val="F59E0B"/>
                </a:solidFill>
              </a:rPr>
              <a:t>Orchestrator
(Sonnet)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synthesis
trades[]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7580" y="2514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76764" y="1828800"/>
            <a:ext cx="2064715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300" b="1">
                <a:solidFill>
                  <a:srgbClr val="EF4444"/>
                </a:solidFill>
              </a:rPr>
              <a:t>Risk Agent
(Haiku)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validate proposals
approved[]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572000"/>
            <a:ext cx="6126480" cy="132588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/>
            <a:r>
              <a:rPr sz="1500" b="1">
                <a:solidFill>
                  <a:srgbClr val="F59E0B"/>
                </a:solidFill>
              </a:rPr>
              <a:t>Retry Gate  (max 2 iterations)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All proposals rejected  →  re-run Research Agent, then second synthesis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Some proposals survived  →  re-run Risk Agent only, then second synthesis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CAUTION mode: retry loop is disabled regardless of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4572000"/>
            <a:ext cx="2331720" cy="132588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500" b="1">
                <a:solidFill>
                  <a:srgbClr val="22C55E"/>
                </a:solidFill>
              </a:rPr>
              <a:t>Bracket
Orders</a:t>
            </a:r>
          </a:p>
          <a:p>
            <a:pPr algn="ctr"/>
            <a:r>
              <a:rPr sz="1100" b="0">
                <a:solidFill>
                  <a:srgbClr val="CBD5E1"/>
                </a:solidFill>
              </a:rPr>
              <a:t>Alpaca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Market Agent — Tool Call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3840480" cy="530352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/>
            <a:r>
              <a:rPr sz="1800" b="1">
                <a:solidFill>
                  <a:srgbClr val="3B82F6"/>
                </a:solidFill>
              </a:rPr>
              <a:t>Market Agent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claude-haiku-4-5</a:t>
            </a:r>
          </a:p>
          <a:p>
            <a:pPr algn="ctr"/>
            <a:r>
              <a:rPr sz="600" b="0">
                <a:solidFill>
                  <a:srgbClr val="CBD5E1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Haiku chosen for cost: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pure data retrieval,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no complex reasoning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667512"/>
            <a:ext cx="7589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3B82F6"/>
                </a:solidFill>
              </a:rPr>
              <a:t>get_vix()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yfinance: ^VIX current level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554480"/>
            <a:ext cx="7589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3B82F6"/>
                </a:solidFill>
              </a:rPr>
              <a:t>get_futures()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yfinance: ES=F, NQ=F, YM=F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441448"/>
            <a:ext cx="7589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3B82F6"/>
                </a:solidFill>
              </a:rPr>
              <a:t>get_fear_greed()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alternative.me: index 0–100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3328415"/>
            <a:ext cx="7589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3B82F6"/>
                </a:solidFill>
              </a:rPr>
              <a:t>get_sector_etfs()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Alpaca: XLK, XLE, XLF... bars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215383"/>
            <a:ext cx="7589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3B82F6"/>
                </a:solidFill>
              </a:rPr>
              <a:t>get_economic_calendar()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yfinance: key events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5102351"/>
            <a:ext cx="758952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3B82F6"/>
                </a:solidFill>
              </a:rPr>
              <a:t>set_session_params()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writes GO/CAUTION/SKIP to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Research Agent — Parallel Per-Ticker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3840480" cy="530352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/>
            <a:r>
              <a:rPr sz="1500" b="1">
                <a:solidFill>
                  <a:srgbClr val="3B82F6"/>
                </a:solidFill>
              </a:rPr>
              <a:t>Research Agent ×N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claude-haiku-4-5</a:t>
            </a:r>
          </a:p>
          <a:p>
            <a:pPr algn="ctr"/>
            <a:r>
              <a:rPr sz="600" b="0">
                <a:solidFill>
                  <a:srgbClr val="CBD5E1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One Haiku instance per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candidate, running in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parallel (asyncio).</a:t>
            </a:r>
          </a:p>
          <a:p>
            <a:pPr algn="ctr"/>
            <a:r>
              <a:rPr sz="600" b="0">
                <a:solidFill>
                  <a:srgbClr val="CBD5E1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Hard token budget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per instance.</a:t>
            </a:r>
          </a:p>
          <a:p>
            <a:pPr algn="ctr"/>
            <a:r>
              <a:rPr sz="600" b="0">
                <a:solidFill>
                  <a:srgbClr val="CBD5E1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Output: research_summary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+ conviction_score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667512"/>
            <a:ext cx="73152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l"/>
            <a:r>
              <a:rPr sz="1400" b="1">
                <a:solidFill>
                  <a:srgbClr val="3B82F6"/>
                </a:solidFill>
              </a:rPr>
              <a:t>get_price_history()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yfinance OHLCV bars: RSI, MACD, SMA50/200, ATR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920240"/>
            <a:ext cx="73152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l"/>
            <a:r>
              <a:rPr sz="1400" b="1">
                <a:solidFill>
                  <a:srgbClr val="3B82F6"/>
                </a:solidFill>
              </a:rPr>
              <a:t>get_technical_indicators()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computed from price history; normalized scores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172968"/>
            <a:ext cx="73152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l"/>
            <a:r>
              <a:rPr sz="1400" b="1">
                <a:solidFill>
                  <a:srgbClr val="3B82F6"/>
                </a:solidFill>
              </a:rPr>
              <a:t>get_sector_context()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sector ETF performance vs this ticker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4425696"/>
            <a:ext cx="7315200" cy="109728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l"/>
            <a:r>
              <a:rPr sz="1400" b="1">
                <a:solidFill>
                  <a:srgbClr val="3B82F6"/>
                </a:solidFill>
              </a:rPr>
              <a:t>get_peer_comparison()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how this ticker is moving vs its closest peers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5678424"/>
            <a:ext cx="7315200" cy="100584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l"/>
            <a:r>
              <a:rPr sz="1400" b="1">
                <a:solidFill>
                  <a:srgbClr val="22C55E"/>
                </a:solidFill>
              </a:rPr>
              <a:t>Output per ticker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research_summary (text)  +  conviction_score (0–10)  →  fed to Orchestrator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Orchestrator — Synthesis and Retry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3657600" cy="530352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/>
            <a:r>
              <a:rPr sz="1800" b="1">
                <a:solidFill>
                  <a:srgbClr val="F59E0B"/>
                </a:solidFill>
              </a:rPr>
              <a:t>Orchestrator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claude-sonnet-4-6</a:t>
            </a:r>
          </a:p>
          <a:p>
            <a:pPr algn="ctr"/>
            <a:r>
              <a:rPr sz="600" b="0">
                <a:solidFill>
                  <a:srgbClr val="CBD5E1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Reads all research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summaries + market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context, proposes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trades list.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667512"/>
            <a:ext cx="758952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F59E0B"/>
                </a:solidFill>
              </a:rPr>
              <a:t>load_params()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reads c_strategy_params (Learning Agent values)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645920"/>
            <a:ext cx="758952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F59E0B"/>
                </a:solidFill>
              </a:rPr>
              <a:t>get_pending_trades()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reads existing OPEN positions to avoid doubles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624328"/>
            <a:ext cx="758952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F59E0B"/>
                </a:solidFill>
              </a:rPr>
              <a:t>approve_trade()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adds a trade to the pending_trades queue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3602736"/>
            <a:ext cx="758952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F59E0B"/>
                </a:solidFill>
              </a:rPr>
              <a:t>reject_trade()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logs rejection with reason to c_sessions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4581144"/>
            <a:ext cx="7589520" cy="86868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/>
          <a:lstStyle/>
          <a:p>
            <a:pPr algn="l"/>
            <a:r>
              <a:rPr sz="1300" b="1">
                <a:solidFill>
                  <a:srgbClr val="F59E0B"/>
                </a:solidFill>
              </a:rPr>
              <a:t>write_session_meta()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writes loop_iteration, terminal_reason,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5559552"/>
            <a:ext cx="7589520" cy="1097280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l"/>
            <a:r>
              <a:rPr sz="1400" b="1">
                <a:solidFill>
                  <a:srgbClr val="EF4444"/>
                </a:solidFill>
              </a:rPr>
              <a:t>Retry Gate  (loop_iteration ≤ 2)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All rejected: re-run Research then re-synthesize  |  Some survived: re-run Risk only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CAUTION mode: no retry. Output: { trades[], retry_needed, terminal_reason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Risk Agent + Protection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3657600" cy="32004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/>
          <a:lstStyle/>
          <a:p>
            <a:pPr algn="l"/>
            <a:r>
              <a:rPr sz="1600" b="1">
                <a:solidFill>
                  <a:srgbClr val="EF4444"/>
                </a:solidFill>
              </a:rPr>
              <a:t>Risk Agent  (Haiku)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check_position_limits()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check_sector_concentration()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check_daily_pnl()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check_buying_power()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667512"/>
            <a:ext cx="169164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94A3B8"/>
                </a:solidFill>
              </a:rPr>
              <a:t>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0760" y="667512"/>
            <a:ext cx="237744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94A3B8"/>
                </a:solidFill>
              </a:rPr>
              <a:t>Trigger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549640" y="667512"/>
            <a:ext cx="192024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94A3B8"/>
                </a:solidFill>
              </a:rPr>
              <a:t>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667512"/>
            <a:ext cx="146304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94A3B8"/>
                </a:solidFill>
              </a:rPr>
              <a:t>Duration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60704"/>
            <a:ext cx="1691640" cy="493776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1">
                <a:solidFill>
                  <a:srgbClr val="94A3B8"/>
                </a:solidFill>
              </a:rPr>
              <a:t>Tier 1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0760" y="1060704"/>
            <a:ext cx="2377440" cy="493776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(reserved)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49640" y="1060704"/>
            <a:ext cx="1920240" cy="493776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Log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61320" y="1060704"/>
            <a:ext cx="1463040" cy="493776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None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591055"/>
            <a:ext cx="1691640" cy="493776"/>
          </a:xfrm>
          <a:prstGeom prst="rect">
            <a:avLst/>
          </a:prstGeom>
          <a:solidFill>
            <a:srgbClr val="15383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1">
                <a:solidFill>
                  <a:srgbClr val="06B6D4"/>
                </a:solidFill>
              </a:rPr>
              <a:t>Tier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591055"/>
            <a:ext cx="2377440" cy="493776"/>
          </a:xfrm>
          <a:prstGeom prst="rect">
            <a:avLst/>
          </a:prstGeom>
          <a:solidFill>
            <a:srgbClr val="15383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daily_pnl ≤ −$500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9640" y="1591055"/>
            <a:ext cx="1920240" cy="493776"/>
          </a:xfrm>
          <a:prstGeom prst="rect">
            <a:avLst/>
          </a:prstGeom>
          <a:solidFill>
            <a:srgbClr val="15383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Suspend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61320" y="1591055"/>
            <a:ext cx="1463040" cy="493776"/>
          </a:xfrm>
          <a:prstGeom prst="rect">
            <a:avLst/>
          </a:prstGeom>
          <a:solidFill>
            <a:srgbClr val="15383E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EOD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121408"/>
            <a:ext cx="1691640" cy="493776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1">
                <a:solidFill>
                  <a:srgbClr val="F59E0B"/>
                </a:solidFill>
              </a:rPr>
              <a:t>Tier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2121408"/>
            <a:ext cx="2377440" cy="493776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rolling 3d P&amp;L ≤ −$1,000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2121408"/>
            <a:ext cx="1920240" cy="493776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Max positions −50%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61320" y="2121408"/>
            <a:ext cx="1463040" cy="493776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2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651760"/>
            <a:ext cx="1691640" cy="493776"/>
          </a:xfrm>
          <a:prstGeom prst="rect">
            <a:avLst/>
          </a:prstGeom>
          <a:solidFill>
            <a:srgbClr val="5A180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1">
                <a:solidFill>
                  <a:srgbClr val="F97316"/>
                </a:solidFill>
              </a:rPr>
              <a:t>Tier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2651760"/>
            <a:ext cx="2377440" cy="493776"/>
          </a:xfrm>
          <a:prstGeom prst="rect">
            <a:avLst/>
          </a:prstGeom>
          <a:solidFill>
            <a:srgbClr val="5A180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account drawdown ≥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2651760"/>
            <a:ext cx="1920240" cy="493776"/>
          </a:xfrm>
          <a:prstGeom prst="rect">
            <a:avLst/>
          </a:prstGeom>
          <a:solidFill>
            <a:srgbClr val="5A180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Suspend all trading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2651760"/>
            <a:ext cx="1463040" cy="493776"/>
          </a:xfrm>
          <a:prstGeom prst="rect">
            <a:avLst/>
          </a:prstGeom>
          <a:solidFill>
            <a:srgbClr val="5A180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24 hours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182112"/>
            <a:ext cx="16916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1">
                <a:solidFill>
                  <a:srgbClr val="EF4444"/>
                </a:solidFill>
              </a:rPr>
              <a:t>Tier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182112"/>
            <a:ext cx="23774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account drawdown ≥ 20%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49640" y="3182112"/>
            <a:ext cx="19202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Suspend (human unlock)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561320" y="3182112"/>
            <a:ext cx="14630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7 days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712463"/>
            <a:ext cx="16916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1">
                <a:solidFill>
                  <a:srgbClr val="EF4444"/>
                </a:solidFill>
              </a:rPr>
              <a:t>Tier 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712463"/>
            <a:ext cx="23774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5+ consecutive losing days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712463"/>
            <a:ext cx="19202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Suspend (human review)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61320" y="3712463"/>
            <a:ext cx="1463040" cy="493776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tIns="36576"/>
          <a:lstStyle/>
          <a:p>
            <a:pPr algn="l"/>
            <a:r>
              <a:rPr sz="1000" b="0">
                <a:solidFill>
                  <a:srgbClr val="CBD5E1"/>
                </a:solidFill>
              </a:rPr>
              <a:t>7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297679"/>
            <a:ext cx="7680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check_protection_status() runs at session start  ·  c_protection_events are immutable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114800"/>
            <a:ext cx="365760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91440"/>
          <a:lstStyle/>
          <a:p>
            <a:pPr algn="l"/>
            <a:r>
              <a:rPr sz="1300" b="1">
                <a:solidFill>
                  <a:srgbClr val="3B82F6"/>
                </a:solidFill>
              </a:rPr>
              <a:t>Then: atr_sizer + guardrails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Same as Strategy A: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ATR × 0.8 stop, $150 risk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R:R ≥ 2.0, live price sanity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Intraday Session — Every 15 Minutes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371600"/>
            <a:ext cx="2654046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Sync Positions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Alpaca API check
fill backfill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64941" y="20574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4125" y="1371600"/>
            <a:ext cx="2654046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Update P&amp;L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current price
high/low watermark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11595" y="20574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0779" y="1371600"/>
            <a:ext cx="2654046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EF4444"/>
                </a:solidFill>
              </a:rPr>
              <a:t>Check Exits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5 conditions
fill → CLOSED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0" y="20574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7434" y="1371600"/>
            <a:ext cx="2654046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Goal Gates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daily_target
daily_floor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4114800"/>
            <a:ext cx="2064715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200" b="1">
                <a:solidFill>
                  <a:srgbClr val="22C55E"/>
                </a:solidFill>
              </a:rPr>
              <a:t>TARGET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price ≥ target
market sell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5611" y="4800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4795" y="4114800"/>
            <a:ext cx="2064715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200" b="1">
                <a:solidFill>
                  <a:srgbClr val="EF4444"/>
                </a:solidFill>
              </a:rPr>
              <a:t>STOP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price ≤ stop_loss
market sell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2934" y="4800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2118" y="4114800"/>
            <a:ext cx="2064715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200" b="1">
                <a:solidFill>
                  <a:srgbClr val="F59E0B"/>
                </a:solidFill>
              </a:rPr>
              <a:t>NATIVE_TRAIL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Alpaca 1% trail
server-side fires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0257" y="4800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19441" y="4114800"/>
            <a:ext cx="2064715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200" b="1">
                <a:solidFill>
                  <a:srgbClr val="22C55E"/>
                </a:solidFill>
              </a:rPr>
              <a:t>BONUS_TARGET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daily P&amp;L ≥ bonus
close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7580" y="4800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76764" y="4114800"/>
            <a:ext cx="2064715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200" b="1">
                <a:solidFill>
                  <a:srgbClr val="EF4444"/>
                </a:solidFill>
              </a:rPr>
              <a:t>EOD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3:55 PM ET
force-close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419088"/>
            <a:ext cx="11640312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94A3B8"/>
                </a:solidFill>
              </a:rPr>
              <a:t>New entries only if intraday_entries=True in c_agent_config — this is a human-only setting.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EOD — Learning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822959"/>
            <a:ext cx="2654046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EF4444"/>
                </a:solidFill>
              </a:rPr>
              <a:t>Force Close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cancel_all
close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64941" y="15087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4125" y="822959"/>
            <a:ext cx="2654046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Reconcile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backfill fills
mark closed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11595" y="15087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0779" y="822959"/>
            <a:ext cx="2654046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Performance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P&amp;L, win_rate
c_goals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0" y="150876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7434" y="822959"/>
            <a:ext cx="2654046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EF4444"/>
                </a:solidFill>
              </a:rPr>
              <a:t>Protection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6-tier check
c_protection_events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1596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108960"/>
            <a:ext cx="3657600" cy="329184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800" b="1">
                <a:solidFill>
                  <a:srgbClr val="F59E0B"/>
                </a:solidFill>
              </a:rPr>
              <a:t>Learning Agent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>claude-sonnet-4-6</a:t>
            </a:r>
          </a:p>
          <a:p>
            <a:pPr algn="ctr"/>
            <a:r>
              <a:rPr sz="600" b="0">
                <a:solidFill>
                  <a:srgbClr val="CBD5E1"/>
                </a:solidFill>
              </a:rPr>
              <a:t/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Min 3 trades to run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Max 2 param changes/day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Cooldown per param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Bounds enforced per param</a:t>
            </a:r>
          </a:p>
          <a:p>
            <a:pPr algn="l"/>
            <a:r>
              <a:rPr sz="1100" b="0">
                <a:solidFill>
                  <a:srgbClr val="CBD5E1"/>
                </a:solidFill>
              </a:rPr>
              <a:t>Safety params blocked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108960"/>
            <a:ext cx="7589520" cy="713232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read_today_trades()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today's fills, P&amp;L, exit reasons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886200"/>
            <a:ext cx="7589520" cy="713232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read_session_context()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loop_iterations, cost, what Claude saw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4663440"/>
            <a:ext cx="7589520" cy="713232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read_strategy_params()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current param values + their bounds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5440679"/>
            <a:ext cx="7589520" cy="713232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read_recent_learnings()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last N learning entries to avoid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6217919"/>
            <a:ext cx="7589520" cy="713232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EF4444"/>
                </a:solidFill>
              </a:rPr>
              <a:t>write_learning()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observation or avoid_ticker entry → c_learnings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6995159"/>
            <a:ext cx="7589520" cy="713232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EF4444"/>
                </a:solidFill>
              </a:rPr>
              <a:t>adjust_param()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update c_strategy_params (within bounds + cooldown)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7772399"/>
            <a:ext cx="7589520" cy="713232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200" b="1">
                <a:solidFill>
                  <a:srgbClr val="EF4444"/>
                </a:solidFill>
              </a:rPr>
              <a:t>recommend_goal()</a:t>
            </a:r>
          </a:p>
          <a:p>
            <a:pPr algn="l"/>
            <a:r>
              <a:rPr sz="1100" b="0">
                <a:solidFill>
                  <a:srgbClr val="94A3B8"/>
                </a:solidFill>
              </a:rPr>
              <a:t>suggest goal change to c_learnings (human approval req)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Observability — Three Trace Formats →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645919"/>
            <a:ext cx="3636264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Python JSON Traces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TraceLogger  (Python agents)
log_tool_call(), log_agent_message()
log_decision(), log_error()
Session → agent → tool span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7160" y="23317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6344" y="1645919"/>
            <a:ext cx="3636264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TypeScript OTel Spans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News Analyst  (TypeScript)
OTEL_SPAN: {json} log lines
agent.name, session.id, model
tracer.ingest_otel_span() normalizes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6032" y="23317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5215" y="1645919"/>
            <a:ext cx="3636264" cy="1828800"/>
          </a:xfrm>
          <a:prstGeom prst="rect">
            <a:avLst/>
          </a:prstGeom>
          <a:solidFill>
            <a:srgbClr val="4C1D9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A855F7"/>
                </a:solidFill>
              </a:rPr>
              <a:t>Structured Log Lines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Learning Agent  (Python)
{ISO} [learning_agent] session={sid}
event=... lines
normalize_log_line() normalizes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3886200"/>
            <a:ext cx="7635240" cy="237744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EF4444"/>
                </a:solidFill>
              </a:rPr>
              <a:t>c_traces  (single normalized table)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session_id · span_id · parent_span_id  (full span hierarchy)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entity_id  (e.g. research_AAPL)  ·  sequence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agent · step_type · tool_name · tool_input · tool_output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outcome  (controlled vocabulary: PASS / SKIP / ERROR / REJECT)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tokens_in · tokens_out · latency_ms · model · cost_usd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Data Model — 12 Tables, Three Domains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658368"/>
            <a:ext cx="3749039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024128"/>
            <a:ext cx="3749039" cy="658368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c_sessions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session tracking, cost rollup, pending_trades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746504"/>
            <a:ext cx="3749039" cy="658368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c_positions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OPEN/CLOSED positions, fills, P&amp;L, trail_order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2468880"/>
            <a:ext cx="3749039" cy="658368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c_scan_results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scanner output per session: score, sector, price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191256"/>
            <a:ext cx="3749039" cy="658368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c_agent_config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static config: loss_limit (human-only changes)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3913632"/>
            <a:ext cx="3749039" cy="658368"/>
          </a:xfrm>
          <a:prstGeom prst="rect">
            <a:avLst/>
          </a:prstGeom>
          <a:solidFill>
            <a:srgbClr val="4C1D95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A855F7"/>
                </a:solidFill>
              </a:rPr>
              <a:t>c_market_evals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V1 vs V2 shadow comparison 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658368"/>
            <a:ext cx="3749039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Adaptive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024128"/>
            <a:ext cx="3749039" cy="658368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F59E0B"/>
                </a:solidFill>
              </a:rPr>
              <a:t>c_strategy_params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tunable params + cooldown_until + bounds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746504"/>
            <a:ext cx="3749039" cy="658368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F59E0B"/>
                </a:solidFill>
              </a:rPr>
              <a:t>c_learnings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observations, adjustments, avoid_ticker, goals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468880"/>
            <a:ext cx="3749039" cy="658368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F59E0B"/>
                </a:solidFill>
              </a:rPr>
              <a:t>c_goals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daily_target, daily_floor, status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3191256"/>
            <a:ext cx="3749039" cy="658368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F59E0B"/>
                </a:solidFill>
              </a:rPr>
              <a:t>c_goal_snapshots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daily P&amp;L vs goal snapshot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658368"/>
            <a:ext cx="3749039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024128"/>
            <a:ext cx="3749039" cy="658368"/>
          </a:xfrm>
          <a:prstGeom prst="rect">
            <a:avLst/>
          </a:prstGeom>
          <a:solidFill>
            <a:srgbClr val="1E3A8A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3B82F6"/>
                </a:solidFill>
              </a:rPr>
              <a:t>c_traces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span-level trace: every tool call +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746504"/>
            <a:ext cx="3749039" cy="658368"/>
          </a:xfrm>
          <a:prstGeom prst="rect">
            <a:avLst/>
          </a:prstGeom>
          <a:solidFill>
            <a:srgbClr val="7F1D1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c_protection_events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immutable tier events, suspended_until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2468880"/>
            <a:ext cx="3749039" cy="658368"/>
          </a:xfrm>
          <a:prstGeom prst="rect">
            <a:avLst/>
          </a:prstGeom>
          <a:solidFill>
            <a:srgbClr val="14532D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/>
          <a:lstStyle/>
          <a:p>
            <a:pPr algn="l"/>
            <a:r>
              <a:rPr sz="1100" b="1">
                <a:solidFill>
                  <a:srgbClr val="22C55E"/>
                </a:solidFill>
              </a:rPr>
              <a:t>c_daily_performance</a:t>
            </a:r>
          </a:p>
          <a:p>
            <a:pPr algn="l"/>
            <a:r>
              <a:rPr sz="900" b="0">
                <a:solidFill>
                  <a:srgbClr val="CBD5E1"/>
                </a:solidFill>
              </a:rPr>
              <a:t>per-day P&amp;L, win_rate, avg_hold_min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Cost Model + Phase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5486400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l"/>
            <a:r>
              <a:rPr sz="1600" b="1">
                <a:solidFill>
                  <a:srgbClr val="F59E0B"/>
                </a:solidFill>
              </a:rPr>
              <a:t>Session Cost Estimate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Haiku:   $0.80 / $4.00 per M tokens (in/out)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Sonnet:  $3.00 / $15.00 per M tokens (in/out)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Market Agent (Haiku):    ~$0.001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Research ×10 (Haiku):    ~$0.02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Orchestrator (Sonnet):   ~$0.05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Learning Agent (Sonnet): ~$0.03</a:t>
            </a:r>
          </a:p>
          <a:p>
            <a:pPr algn="l"/>
            <a:r>
              <a:rPr sz="1200" b="0">
                <a:solidFill>
                  <a:srgbClr val="94A3B8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Estimated total per session:  ~$0.10–0.30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vs Strategy A/B:              ~$0.01–0.05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172200" y="667512"/>
            <a:ext cx="5669280" cy="320040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l"/>
            <a:r>
              <a:rPr sz="1600" b="1">
                <a:solidFill>
                  <a:srgbClr val="3B82F6"/>
                </a:solidFill>
              </a:rPr>
              <a:t>Deployment Phases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Phase 0:  Simulation mode. No real orders. Trace logging on.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Phase 1:  Shadow mode. Run alongside Strategy A. Compare outcomes.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Phase 2:  Paper capital. 2-week validation. June gate criteria.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Phase 3:  Real capital. After gate passes + 4-week paper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4114800"/>
            <a:ext cx="11548872" cy="2377440"/>
          </a:xfrm>
          <a:prstGeom prst="rect">
            <a:avLst/>
          </a:prstGeom>
          <a:solidFill>
            <a:srgbClr val="7835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l"/>
            <a:r>
              <a:rPr sz="1500" b="1">
                <a:solidFill>
                  <a:srgbClr val="F59E0B"/>
                </a:solidFill>
              </a:rPr>
              <a:t>Key Capabilities Not in Strategy A or B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Tool use — agents decide what to retrieve; not pre-packaged by orchestrator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Parallel research — one Haiku instance per ticker, all running concurrently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Retry loop — Risk Agent can trigger a second synthesis round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Adaptive params — Learning Agent adjusts strategy settings nightly from outcomes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Full trace log — every tool call, token, latency, and cost in c_traces from day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